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801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47" autoAdjust="0"/>
    <p:restoredTop sz="94660"/>
  </p:normalViewPr>
  <p:slideViewPr>
    <p:cSldViewPr snapToGrid="0">
      <p:cViewPr varScale="1">
        <p:scale>
          <a:sx n="51" d="100"/>
          <a:sy n="51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496484"/>
            <a:ext cx="1088136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802717"/>
            <a:ext cx="96012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7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279653"/>
            <a:ext cx="1104138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119286"/>
            <a:ext cx="1104138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3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434167"/>
            <a:ext cx="54406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434167"/>
            <a:ext cx="544068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486836"/>
            <a:ext cx="1104138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241551"/>
            <a:ext cx="5415676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340100"/>
            <a:ext cx="5415676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241551"/>
            <a:ext cx="544234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340100"/>
            <a:ext cx="544234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9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09600"/>
            <a:ext cx="412884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16569"/>
            <a:ext cx="648081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743200"/>
            <a:ext cx="412884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3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09600"/>
            <a:ext cx="4128849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16569"/>
            <a:ext cx="648081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743200"/>
            <a:ext cx="4128849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9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486834"/>
            <a:ext cx="276034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486834"/>
            <a:ext cx="812101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5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486836"/>
            <a:ext cx="1104138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434167"/>
            <a:ext cx="1104138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475136"/>
            <a:ext cx="28803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15B2E-03BE-401E-9A07-4B5BF76232E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475136"/>
            <a:ext cx="432054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475136"/>
            <a:ext cx="288036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1105-66EF-4D6E-943A-A42286814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21B9F-8BCA-69A8-663A-8F8D0B75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23242" y="119205"/>
            <a:ext cx="8859486" cy="8745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6CE6DF-D62B-F425-040B-ADC29E3A9B27}"/>
              </a:ext>
            </a:extLst>
          </p:cNvPr>
          <p:cNvSpPr txBox="1"/>
          <p:nvPr/>
        </p:nvSpPr>
        <p:spPr>
          <a:xfrm>
            <a:off x="8545977" y="83849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8645B-92C7-9261-E8DE-E01CBC552E10}"/>
              </a:ext>
            </a:extLst>
          </p:cNvPr>
          <p:cNvSpPr txBox="1"/>
          <p:nvPr/>
        </p:nvSpPr>
        <p:spPr>
          <a:xfrm>
            <a:off x="9005505" y="508368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D3CA2-30F7-F568-37C0-598A0B60FF4A}"/>
              </a:ext>
            </a:extLst>
          </p:cNvPr>
          <p:cNvSpPr txBox="1"/>
          <p:nvPr/>
        </p:nvSpPr>
        <p:spPr>
          <a:xfrm>
            <a:off x="6980953" y="293145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F645A-0665-2F49-5700-58EAA5C6EDE4}"/>
              </a:ext>
            </a:extLst>
          </p:cNvPr>
          <p:cNvSpPr/>
          <p:nvPr/>
        </p:nvSpPr>
        <p:spPr>
          <a:xfrm>
            <a:off x="9649985" y="8543090"/>
            <a:ext cx="1308100" cy="520700"/>
          </a:xfrm>
          <a:prstGeom prst="rect">
            <a:avLst/>
          </a:prstGeom>
          <a:solidFill>
            <a:srgbClr val="92D050"/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J302</a:t>
            </a:r>
          </a:p>
          <a:p>
            <a:pPr algn="ctr"/>
            <a:r>
              <a:rPr lang="en-US" dirty="0"/>
              <a:t>4 - 2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6F8B4F-0DED-D953-A81F-B0C6D4C2D47E}"/>
              </a:ext>
            </a:extLst>
          </p:cNvPr>
          <p:cNvSpPr/>
          <p:nvPr/>
        </p:nvSpPr>
        <p:spPr>
          <a:xfrm>
            <a:off x="7516385" y="8543090"/>
            <a:ext cx="1308100" cy="520700"/>
          </a:xfrm>
          <a:prstGeom prst="rect">
            <a:avLst/>
          </a:prstGeom>
          <a:solidFill>
            <a:srgbClr val="92D050"/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J421</a:t>
            </a:r>
          </a:p>
          <a:p>
            <a:pPr algn="ctr"/>
            <a:r>
              <a:rPr lang="en-US" dirty="0"/>
              <a:t>4 - 2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5D2E34-640E-37C1-B7FD-A7A63D5C08F4}"/>
              </a:ext>
            </a:extLst>
          </p:cNvPr>
          <p:cNvSpPr/>
          <p:nvPr/>
        </p:nvSpPr>
        <p:spPr>
          <a:xfrm>
            <a:off x="5520454" y="8543090"/>
            <a:ext cx="1308100" cy="520700"/>
          </a:xfrm>
          <a:prstGeom prst="rect">
            <a:avLst/>
          </a:prstGeom>
          <a:solidFill>
            <a:srgbClr val="92D050"/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J424</a:t>
            </a:r>
          </a:p>
          <a:p>
            <a:pPr algn="ctr"/>
            <a:r>
              <a:rPr lang="en-US" dirty="0"/>
              <a:t>4 - 2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DE421-A78F-7092-0199-607EC0C377E4}"/>
              </a:ext>
            </a:extLst>
          </p:cNvPr>
          <p:cNvSpPr/>
          <p:nvPr/>
        </p:nvSpPr>
        <p:spPr>
          <a:xfrm>
            <a:off x="3680985" y="7382934"/>
            <a:ext cx="774700" cy="1160157"/>
          </a:xfrm>
          <a:prstGeom prst="rect">
            <a:avLst/>
          </a:prstGeom>
          <a:solidFill>
            <a:srgbClr val="92D050"/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J1101</a:t>
            </a:r>
          </a:p>
          <a:p>
            <a:pPr algn="ctr"/>
            <a:r>
              <a:rPr lang="en-US" dirty="0"/>
              <a:t>4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CE35A-5745-09ED-6B1E-27C1C086FB8D}"/>
              </a:ext>
            </a:extLst>
          </p:cNvPr>
          <p:cNvSpPr/>
          <p:nvPr/>
        </p:nvSpPr>
        <p:spPr>
          <a:xfrm>
            <a:off x="12224866" y="6385985"/>
            <a:ext cx="600121" cy="73470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B1BA4-FB01-D046-26B4-D6604CAA1A4B}"/>
              </a:ext>
            </a:extLst>
          </p:cNvPr>
          <p:cNvSpPr txBox="1"/>
          <p:nvPr/>
        </p:nvSpPr>
        <p:spPr>
          <a:xfrm>
            <a:off x="11570535" y="506819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79206-A808-1A27-F108-4C3A8A114C35}"/>
              </a:ext>
            </a:extLst>
          </p:cNvPr>
          <p:cNvSpPr txBox="1"/>
          <p:nvPr/>
        </p:nvSpPr>
        <p:spPr>
          <a:xfrm>
            <a:off x="10550475" y="401892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FE863-7A06-43DD-0950-D5807F1DF2F6}"/>
              </a:ext>
            </a:extLst>
          </p:cNvPr>
          <p:cNvSpPr txBox="1"/>
          <p:nvPr/>
        </p:nvSpPr>
        <p:spPr>
          <a:xfrm>
            <a:off x="8454607" y="560280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0F3EA-CB86-E3D8-2538-F0D2D9DDD6C3}"/>
              </a:ext>
            </a:extLst>
          </p:cNvPr>
          <p:cNvSpPr txBox="1"/>
          <p:nvPr/>
        </p:nvSpPr>
        <p:spPr>
          <a:xfrm>
            <a:off x="8547595" y="506996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FEBE72-C731-0691-1132-0C40CE18B0E2}"/>
              </a:ext>
            </a:extLst>
          </p:cNvPr>
          <p:cNvSpPr txBox="1"/>
          <p:nvPr/>
        </p:nvSpPr>
        <p:spPr>
          <a:xfrm>
            <a:off x="8037197" y="400397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12B0E-BECA-C4B0-0960-84008C2506BC}"/>
              </a:ext>
            </a:extLst>
          </p:cNvPr>
          <p:cNvSpPr txBox="1"/>
          <p:nvPr/>
        </p:nvSpPr>
        <p:spPr>
          <a:xfrm>
            <a:off x="7501681" y="557180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5FE8E4-D3DE-D4E0-01A1-6335B502D6CE}"/>
              </a:ext>
            </a:extLst>
          </p:cNvPr>
          <p:cNvSpPr txBox="1"/>
          <p:nvPr/>
        </p:nvSpPr>
        <p:spPr>
          <a:xfrm>
            <a:off x="7516385" y="50221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EE09A-6E4A-D285-0EA0-C4D569E24A13}"/>
              </a:ext>
            </a:extLst>
          </p:cNvPr>
          <p:cNvSpPr txBox="1"/>
          <p:nvPr/>
        </p:nvSpPr>
        <p:spPr>
          <a:xfrm>
            <a:off x="7473105" y="452387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24B9DA-0D13-4A4C-E379-CD54302E8BA9}"/>
              </a:ext>
            </a:extLst>
          </p:cNvPr>
          <p:cNvSpPr txBox="1"/>
          <p:nvPr/>
        </p:nvSpPr>
        <p:spPr>
          <a:xfrm>
            <a:off x="5406607" y="661050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71344-6AAA-0558-2474-9272B53A26DC}"/>
              </a:ext>
            </a:extLst>
          </p:cNvPr>
          <p:cNvSpPr txBox="1"/>
          <p:nvPr/>
        </p:nvSpPr>
        <p:spPr>
          <a:xfrm>
            <a:off x="4359433" y="242427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A555D-EE2C-D4E2-B4D2-B4207FEAAEB8}"/>
              </a:ext>
            </a:extLst>
          </p:cNvPr>
          <p:cNvSpPr txBox="1"/>
          <p:nvPr/>
        </p:nvSpPr>
        <p:spPr>
          <a:xfrm>
            <a:off x="8545976" y="189716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C901F4-9ACC-0615-2FDA-C21D928FE747}"/>
              </a:ext>
            </a:extLst>
          </p:cNvPr>
          <p:cNvSpPr txBox="1"/>
          <p:nvPr/>
        </p:nvSpPr>
        <p:spPr>
          <a:xfrm>
            <a:off x="11114468" y="403442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25E463-B999-5B44-68AD-B307322825D9}"/>
              </a:ext>
            </a:extLst>
          </p:cNvPr>
          <p:cNvSpPr txBox="1"/>
          <p:nvPr/>
        </p:nvSpPr>
        <p:spPr>
          <a:xfrm>
            <a:off x="9004758" y="7134961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16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617C5CC-F686-ABD2-EE8F-2872564A7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792847"/>
              </p:ext>
            </p:extLst>
          </p:nvPr>
        </p:nvGraphicFramePr>
        <p:xfrm>
          <a:off x="27413" y="108907"/>
          <a:ext cx="3719629" cy="89463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559">
                  <a:extLst>
                    <a:ext uri="{9D8B030D-6E8A-4147-A177-3AD203B41FA5}">
                      <a16:colId xmlns:a16="http://schemas.microsoft.com/office/drawing/2014/main" val="1603588806"/>
                    </a:ext>
                  </a:extLst>
                </a:gridCol>
                <a:gridCol w="1605244">
                  <a:extLst>
                    <a:ext uri="{9D8B030D-6E8A-4147-A177-3AD203B41FA5}">
                      <a16:colId xmlns:a16="http://schemas.microsoft.com/office/drawing/2014/main" val="3621014997"/>
                    </a:ext>
                  </a:extLst>
                </a:gridCol>
                <a:gridCol w="794978">
                  <a:extLst>
                    <a:ext uri="{9D8B030D-6E8A-4147-A177-3AD203B41FA5}">
                      <a16:colId xmlns:a16="http://schemas.microsoft.com/office/drawing/2014/main" val="3150619352"/>
                    </a:ext>
                  </a:extLst>
                </a:gridCol>
                <a:gridCol w="922848">
                  <a:extLst>
                    <a:ext uri="{9D8B030D-6E8A-4147-A177-3AD203B41FA5}">
                      <a16:colId xmlns:a16="http://schemas.microsoft.com/office/drawing/2014/main" val="1024512356"/>
                    </a:ext>
                  </a:extLst>
                </a:gridCol>
              </a:tblGrid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#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Name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TP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530802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140747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VIMP_3V3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TP701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42186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VDD_BLE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TP200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83254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VDDA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129522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VBAT1F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704424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VCHG_RAIL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TP321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547757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VBAT2CHG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066636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NetC420_1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220560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VBAT1CHG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67814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VDDS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198734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NetC400_1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717955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HVOUT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435142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VRECT.MON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TP310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632545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HVIN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876265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VBAT2F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TP420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673477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16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VRECT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TP308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00721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HVSW_EN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82929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DVDD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001457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HV_EN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24154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VPPSW_EN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TP514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3148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38B176C-CE7C-33F9-71C2-A02173EB4D7F}"/>
              </a:ext>
            </a:extLst>
          </p:cNvPr>
          <p:cNvSpPr txBox="1"/>
          <p:nvPr/>
        </p:nvSpPr>
        <p:spPr>
          <a:xfrm>
            <a:off x="7553082" y="8629242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E1C561-FF6D-A1C2-4841-515A313903AD}"/>
              </a:ext>
            </a:extLst>
          </p:cNvPr>
          <p:cNvSpPr txBox="1"/>
          <p:nvPr/>
        </p:nvSpPr>
        <p:spPr>
          <a:xfrm>
            <a:off x="5589407" y="8629242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0CEB0-FA81-0A28-4194-971402BE78C6}"/>
              </a:ext>
            </a:extLst>
          </p:cNvPr>
          <p:cNvSpPr txBox="1"/>
          <p:nvPr/>
        </p:nvSpPr>
        <p:spPr>
          <a:xfrm>
            <a:off x="7375594" y="719303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82459E-908D-BA78-2261-8B01A2D1C1D3}"/>
              </a:ext>
            </a:extLst>
          </p:cNvPr>
          <p:cNvSpPr txBox="1"/>
          <p:nvPr/>
        </p:nvSpPr>
        <p:spPr>
          <a:xfrm>
            <a:off x="5295528" y="6126023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C9EA91-FF04-FBF1-2897-E42989332B16}"/>
              </a:ext>
            </a:extLst>
          </p:cNvPr>
          <p:cNvSpPr txBox="1"/>
          <p:nvPr/>
        </p:nvSpPr>
        <p:spPr>
          <a:xfrm>
            <a:off x="5805685" y="458560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19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0A7468-4CD2-B56C-03C2-5F4AA3B9773A}"/>
              </a:ext>
            </a:extLst>
          </p:cNvPr>
          <p:cNvSpPr txBox="1"/>
          <p:nvPr/>
        </p:nvSpPr>
        <p:spPr>
          <a:xfrm>
            <a:off x="9993403" y="401892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509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</TotalTime>
  <Words>137</Words>
  <Application>Microsoft Office PowerPoint</Application>
  <PresentationFormat>Custom</PresentationFormat>
  <Paragraphs>117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Pikov</dc:creator>
  <cp:lastModifiedBy>Victor Pikov</cp:lastModifiedBy>
  <cp:revision>12</cp:revision>
  <dcterms:created xsi:type="dcterms:W3CDTF">2025-01-14T01:01:44Z</dcterms:created>
  <dcterms:modified xsi:type="dcterms:W3CDTF">2025-01-24T01:05:57Z</dcterms:modified>
</cp:coreProperties>
</file>